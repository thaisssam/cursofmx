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nt" charset="1" panose="00000500000000000000"/>
      <p:regular r:id="rId21"/>
    </p:embeddedFont>
    <p:embeddedFont>
      <p:font typeface="Mont Bold" charset="1" panose="00000800000000000000"/>
      <p:regular r:id="rId22"/>
    </p:embeddedFont>
    <p:embeddedFont>
      <p:font typeface="Montserrat Bold Italics" charset="1" panose="00000800000000000000"/>
      <p:regular r:id="rId23"/>
    </p:embeddedFont>
    <p:embeddedFont>
      <p:font typeface="Mont Italics" charset="1" panose="00000500000000000000"/>
      <p:regular r:id="rId24"/>
    </p:embeddedFont>
    <p:embeddedFont>
      <p:font typeface="Montserrat" charset="1" panose="00000500000000000000"/>
      <p:regular r:id="rId25"/>
    </p:embeddedFont>
    <p:embeddedFont>
      <p:font typeface="Montserrat Italics" charset="1" panose="00000500000000000000"/>
      <p:regular r:id="rId26"/>
    </p:embeddedFont>
    <p:embeddedFont>
      <p:font typeface="Mont Bold Italics" charset="1" panose="00000800000000000000"/>
      <p:regular r:id="rId27"/>
    </p:embeddedFont>
    <p:embeddedFont>
      <p:font typeface="Montserrat Bold" charset="1" panose="000008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26.fntdata"/><Relationship Id="rId8" Type="http://schemas.openxmlformats.org/officeDocument/2006/relationships/slide" Target="slides/slide3.xml"/><Relationship Id="rId21" Type="http://schemas.openxmlformats.org/officeDocument/2006/relationships/font" Target="fonts/font21.fntdata"/><Relationship Id="rId3" Type="http://schemas.openxmlformats.org/officeDocument/2006/relationships/viewProps" Target="viewProps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5.fntdata"/><Relationship Id="rId7" Type="http://schemas.openxmlformats.org/officeDocument/2006/relationships/slide" Target="slides/slide2.xml"/><Relationship Id="rId16" Type="http://schemas.openxmlformats.org/officeDocument/2006/relationships/slide" Target="slides/slide11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24" Type="http://schemas.openxmlformats.org/officeDocument/2006/relationships/font" Target="fonts/font24.fntdata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font" Target="fonts/font23.fntdata"/><Relationship Id="rId28" Type="http://schemas.openxmlformats.org/officeDocument/2006/relationships/font" Target="fonts/font28.fntdata"/><Relationship Id="rId5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customXml" Target="../customXml/item3.xml"/><Relationship Id="rId14" Type="http://schemas.openxmlformats.org/officeDocument/2006/relationships/slide" Target="slides/slide9.xml"/><Relationship Id="rId22" Type="http://schemas.openxmlformats.org/officeDocument/2006/relationships/font" Target="fonts/font22.fntdata"/><Relationship Id="rId27" Type="http://schemas.openxmlformats.org/officeDocument/2006/relationships/font" Target="fonts/font27.fntdata"/><Relationship Id="rId4" Type="http://schemas.openxmlformats.org/officeDocument/2006/relationships/theme" Target="theme/theme1.xml"/><Relationship Id="rId9" Type="http://schemas.openxmlformats.org/officeDocument/2006/relationships/slide" Target="slides/slide4.xml"/><Relationship Id="rId30" Type="http://schemas.openxmlformats.org/officeDocument/2006/relationships/customXml" Target="../customXml/item2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sv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5.png" Type="http://schemas.openxmlformats.org/officeDocument/2006/relationships/image"/><Relationship Id="rId9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5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20.jpeg" Type="http://schemas.openxmlformats.org/officeDocument/2006/relationships/image"/><Relationship Id="rId7" Target="../media/image15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.png" Type="http://schemas.openxmlformats.org/officeDocument/2006/relationships/image"/><Relationship Id="rId9" Target="../media/image3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15.png" Type="http://schemas.openxmlformats.org/officeDocument/2006/relationships/image"/><Relationship Id="rId7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12" Target="../media/image14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24.png" Type="http://schemas.openxmlformats.org/officeDocument/2006/relationships/image"/><Relationship Id="rId16" Target="../media/image25.svg" Type="http://schemas.openxmlformats.org/officeDocument/2006/relationships/image"/><Relationship Id="rId17" Target="../media/image9.png" Type="http://schemas.openxmlformats.org/officeDocument/2006/relationships/image"/><Relationship Id="rId18" Target="../media/image10.svg" Type="http://schemas.openxmlformats.org/officeDocument/2006/relationships/image"/><Relationship Id="rId19" Target="../media/image15.png" Type="http://schemas.openxmlformats.org/officeDocument/2006/relationships/image"/><Relationship Id="rId2" Target="../media/image2.png" Type="http://schemas.openxmlformats.org/officeDocument/2006/relationships/image"/><Relationship Id="rId20" Target="../media/image26.png" Type="http://schemas.openxmlformats.org/officeDocument/2006/relationships/image"/><Relationship Id="rId21" Target="../media/image27.svg" Type="http://schemas.openxmlformats.org/officeDocument/2006/relationships/image"/><Relationship Id="rId22" Target="../media/image1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21.jpeg" Type="http://schemas.openxmlformats.org/officeDocument/2006/relationships/image"/><Relationship Id="rId9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387" y="8059870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44841" y="6771595"/>
            <a:ext cx="2070564" cy="2070564"/>
            <a:chOff x="0" y="0"/>
            <a:chExt cx="849660" cy="8496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49660" cy="849660"/>
            </a:xfrm>
            <a:custGeom>
              <a:avLst/>
              <a:gdLst/>
              <a:ahLst/>
              <a:cxnLst/>
              <a:rect r="r" b="b" t="t" l="l"/>
              <a:pathLst>
                <a:path h="849660" w="849660">
                  <a:moveTo>
                    <a:pt x="201908" y="0"/>
                  </a:moveTo>
                  <a:lnTo>
                    <a:pt x="647752" y="0"/>
                  </a:lnTo>
                  <a:cubicBezTo>
                    <a:pt x="701301" y="0"/>
                    <a:pt x="752657" y="21272"/>
                    <a:pt x="790523" y="59138"/>
                  </a:cubicBezTo>
                  <a:cubicBezTo>
                    <a:pt x="828388" y="97003"/>
                    <a:pt x="849660" y="148359"/>
                    <a:pt x="849660" y="201908"/>
                  </a:cubicBezTo>
                  <a:lnTo>
                    <a:pt x="849660" y="647752"/>
                  </a:lnTo>
                  <a:cubicBezTo>
                    <a:pt x="849660" y="759263"/>
                    <a:pt x="759263" y="849660"/>
                    <a:pt x="647752" y="849660"/>
                  </a:cubicBezTo>
                  <a:lnTo>
                    <a:pt x="201908" y="849660"/>
                  </a:lnTo>
                  <a:cubicBezTo>
                    <a:pt x="90397" y="849660"/>
                    <a:pt x="0" y="759263"/>
                    <a:pt x="0" y="647752"/>
                  </a:cubicBezTo>
                  <a:lnTo>
                    <a:pt x="0" y="201908"/>
                  </a:lnTo>
                  <a:cubicBezTo>
                    <a:pt x="0" y="90397"/>
                    <a:pt x="90397" y="0"/>
                    <a:pt x="201908" y="0"/>
                  </a:cubicBezTo>
                  <a:close/>
                </a:path>
              </a:pathLst>
            </a:custGeom>
            <a:solidFill>
              <a:srgbClr val="15181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849660" cy="954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3788064" y="5080053"/>
            <a:ext cx="7559316" cy="7559316"/>
          </a:xfrm>
          <a:custGeom>
            <a:avLst/>
            <a:gdLst/>
            <a:ahLst/>
            <a:cxnLst/>
            <a:rect r="r" b="b" t="t" l="l"/>
            <a:pathLst>
              <a:path h="7559316" w="7559316">
                <a:moveTo>
                  <a:pt x="0" y="0"/>
                </a:moveTo>
                <a:lnTo>
                  <a:pt x="7559315" y="0"/>
                </a:lnTo>
                <a:lnTo>
                  <a:pt x="7559315" y="7559315"/>
                </a:lnTo>
                <a:lnTo>
                  <a:pt x="0" y="755931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-10800000">
            <a:off x="10812529" y="2834585"/>
            <a:ext cx="7922927" cy="4174402"/>
            <a:chOff x="0" y="0"/>
            <a:chExt cx="8120187" cy="427833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0187" cy="4278334"/>
            </a:xfrm>
            <a:custGeom>
              <a:avLst/>
              <a:gdLst/>
              <a:ahLst/>
              <a:cxnLst/>
              <a:rect r="r" b="b" t="t" l="l"/>
              <a:pathLst>
                <a:path h="4278334" w="8120187">
                  <a:moveTo>
                    <a:pt x="13680" y="0"/>
                  </a:moveTo>
                  <a:lnTo>
                    <a:pt x="8106508" y="0"/>
                  </a:lnTo>
                  <a:cubicBezTo>
                    <a:pt x="8114063" y="0"/>
                    <a:pt x="8120187" y="6125"/>
                    <a:pt x="8120187" y="13680"/>
                  </a:cubicBezTo>
                  <a:lnTo>
                    <a:pt x="8120187" y="4264654"/>
                  </a:lnTo>
                  <a:cubicBezTo>
                    <a:pt x="8120187" y="4268282"/>
                    <a:pt x="8118746" y="4271761"/>
                    <a:pt x="8116181" y="4274327"/>
                  </a:cubicBezTo>
                  <a:cubicBezTo>
                    <a:pt x="8113615" y="4276892"/>
                    <a:pt x="8110135" y="4278334"/>
                    <a:pt x="8106508" y="4278334"/>
                  </a:cubicBezTo>
                  <a:lnTo>
                    <a:pt x="13680" y="4278334"/>
                  </a:lnTo>
                  <a:cubicBezTo>
                    <a:pt x="6125" y="4278334"/>
                    <a:pt x="0" y="4272209"/>
                    <a:pt x="0" y="4264654"/>
                  </a:cubicBezTo>
                  <a:lnTo>
                    <a:pt x="0" y="13680"/>
                  </a:lnTo>
                  <a:cubicBezTo>
                    <a:pt x="0" y="6125"/>
                    <a:pt x="6125" y="0"/>
                    <a:pt x="1368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8120187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10800000">
            <a:off x="8657089" y="6246456"/>
            <a:ext cx="12233807" cy="1627193"/>
          </a:xfrm>
          <a:custGeom>
            <a:avLst/>
            <a:gdLst/>
            <a:ahLst/>
            <a:cxnLst/>
            <a:rect r="r" b="b" t="t" l="l"/>
            <a:pathLst>
              <a:path h="1627193" w="12233807">
                <a:moveTo>
                  <a:pt x="0" y="0"/>
                </a:moveTo>
                <a:lnTo>
                  <a:pt x="12233807" y="0"/>
                </a:lnTo>
                <a:lnTo>
                  <a:pt x="12233807" y="1627193"/>
                </a:lnTo>
                <a:lnTo>
                  <a:pt x="0" y="16271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0044831" y="2347358"/>
            <a:ext cx="9443061" cy="1702710"/>
          </a:xfrm>
          <a:custGeom>
            <a:avLst/>
            <a:gdLst/>
            <a:ahLst/>
            <a:cxnLst/>
            <a:rect r="r" b="b" t="t" l="l"/>
            <a:pathLst>
              <a:path h="1702710" w="9443061">
                <a:moveTo>
                  <a:pt x="0" y="0"/>
                </a:moveTo>
                <a:lnTo>
                  <a:pt x="9443060" y="0"/>
                </a:lnTo>
                <a:lnTo>
                  <a:pt x="9443060" y="1702711"/>
                </a:lnTo>
                <a:lnTo>
                  <a:pt x="0" y="17027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0800000">
            <a:off x="6207483" y="4050069"/>
            <a:ext cx="5579087" cy="2205912"/>
          </a:xfrm>
          <a:custGeom>
            <a:avLst/>
            <a:gdLst/>
            <a:ahLst/>
            <a:cxnLst/>
            <a:rect r="r" b="b" t="t" l="l"/>
            <a:pathLst>
              <a:path h="2205912" w="5579087">
                <a:moveTo>
                  <a:pt x="0" y="0"/>
                </a:moveTo>
                <a:lnTo>
                  <a:pt x="5579087" y="0"/>
                </a:lnTo>
                <a:lnTo>
                  <a:pt x="5579087" y="2205912"/>
                </a:lnTo>
                <a:lnTo>
                  <a:pt x="0" y="220591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-201249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2034220" y="3581778"/>
            <a:ext cx="5677831" cy="4795957"/>
            <a:chOff x="0" y="0"/>
            <a:chExt cx="1004552" cy="8485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4552" cy="848526"/>
            </a:xfrm>
            <a:custGeom>
              <a:avLst/>
              <a:gdLst/>
              <a:ahLst/>
              <a:cxnLst/>
              <a:rect r="r" b="b" t="t" l="l"/>
              <a:pathLst>
                <a:path h="848526" w="1004552">
                  <a:moveTo>
                    <a:pt x="73631" y="0"/>
                  </a:moveTo>
                  <a:lnTo>
                    <a:pt x="930921" y="0"/>
                  </a:lnTo>
                  <a:cubicBezTo>
                    <a:pt x="971586" y="0"/>
                    <a:pt x="1004552" y="32966"/>
                    <a:pt x="1004552" y="73631"/>
                  </a:cubicBezTo>
                  <a:lnTo>
                    <a:pt x="1004552" y="774895"/>
                  </a:lnTo>
                  <a:cubicBezTo>
                    <a:pt x="1004552" y="815560"/>
                    <a:pt x="971586" y="848526"/>
                    <a:pt x="930921" y="848526"/>
                  </a:cubicBezTo>
                  <a:lnTo>
                    <a:pt x="73631" y="848526"/>
                  </a:lnTo>
                  <a:cubicBezTo>
                    <a:pt x="32966" y="848526"/>
                    <a:pt x="0" y="815560"/>
                    <a:pt x="0" y="774895"/>
                  </a:cubicBezTo>
                  <a:lnTo>
                    <a:pt x="0" y="73631"/>
                  </a:lnTo>
                  <a:cubicBezTo>
                    <a:pt x="0" y="32966"/>
                    <a:pt x="32966" y="0"/>
                    <a:pt x="73631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-26781" b="0"/>
              </a:stretch>
            </a:blipFill>
            <a:ln w="85725" cap="rnd">
              <a:solidFill>
                <a:srgbClr val="9CE2CF"/>
              </a:solidFill>
              <a:prstDash val="solid"/>
              <a:round/>
            </a:ln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3448630" y="9225548"/>
            <a:ext cx="678866" cy="664540"/>
          </a:xfrm>
          <a:custGeom>
            <a:avLst/>
            <a:gdLst/>
            <a:ahLst/>
            <a:cxnLst/>
            <a:rect r="r" b="b" t="t" l="l"/>
            <a:pathLst>
              <a:path h="664540" w="678866">
                <a:moveTo>
                  <a:pt x="0" y="0"/>
                </a:moveTo>
                <a:lnTo>
                  <a:pt x="678867" y="0"/>
                </a:lnTo>
                <a:lnTo>
                  <a:pt x="678867" y="664541"/>
                </a:lnTo>
                <a:lnTo>
                  <a:pt x="0" y="6645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406496" y="4750824"/>
            <a:ext cx="672653" cy="658458"/>
          </a:xfrm>
          <a:custGeom>
            <a:avLst/>
            <a:gdLst/>
            <a:ahLst/>
            <a:cxnLst/>
            <a:rect r="r" b="b" t="t" l="l"/>
            <a:pathLst>
              <a:path h="658458" w="672653">
                <a:moveTo>
                  <a:pt x="0" y="0"/>
                </a:moveTo>
                <a:lnTo>
                  <a:pt x="672653" y="0"/>
                </a:lnTo>
                <a:lnTo>
                  <a:pt x="672653" y="658457"/>
                </a:lnTo>
                <a:lnTo>
                  <a:pt x="0" y="658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0340" y="6579900"/>
            <a:ext cx="441126" cy="431817"/>
          </a:xfrm>
          <a:custGeom>
            <a:avLst/>
            <a:gdLst/>
            <a:ahLst/>
            <a:cxnLst/>
            <a:rect r="r" b="b" t="t" l="l"/>
            <a:pathLst>
              <a:path h="431817" w="441126">
                <a:moveTo>
                  <a:pt x="0" y="0"/>
                </a:moveTo>
                <a:lnTo>
                  <a:pt x="441126" y="0"/>
                </a:lnTo>
                <a:lnTo>
                  <a:pt x="441126" y="431817"/>
                </a:lnTo>
                <a:lnTo>
                  <a:pt x="0" y="43181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69489" y="6964660"/>
            <a:ext cx="1621268" cy="1684434"/>
          </a:xfrm>
          <a:custGeom>
            <a:avLst/>
            <a:gdLst/>
            <a:ahLst/>
            <a:cxnLst/>
            <a:rect r="r" b="b" t="t" l="l"/>
            <a:pathLst>
              <a:path h="1684434" w="1621268">
                <a:moveTo>
                  <a:pt x="0" y="0"/>
                </a:moveTo>
                <a:lnTo>
                  <a:pt x="1621268" y="0"/>
                </a:lnTo>
                <a:lnTo>
                  <a:pt x="1621268" y="1684434"/>
                </a:lnTo>
                <a:lnTo>
                  <a:pt x="0" y="168443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850765" y="6762366"/>
            <a:ext cx="4348503" cy="72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8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Apresentador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850765" y="7315486"/>
            <a:ext cx="4348503" cy="725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3568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Fabrício Felipe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277531"/>
            <a:ext cx="9104002" cy="158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80"/>
              </a:lnSpc>
            </a:pPr>
            <a:r>
              <a:rPr lang="en-US" sz="6000" i="true" b="true">
                <a:solidFill>
                  <a:srgbClr val="151819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Equilíbri</a:t>
            </a:r>
            <a:r>
              <a:rPr lang="en-US" b="true" sz="6000" i="true">
                <a:solidFill>
                  <a:srgbClr val="151819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o entre Vida Pessoal e Profissional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28700" y="628650"/>
            <a:ext cx="8425296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27BC8E"/>
                </a:solidFill>
                <a:latin typeface="Mont"/>
                <a:ea typeface="Mont"/>
                <a:cs typeface="Mont"/>
                <a:sym typeface="Mont"/>
              </a:rPr>
              <a:t>Gestão do Tem</a:t>
            </a:r>
            <a:r>
              <a:rPr lang="en-US" sz="3000">
                <a:solidFill>
                  <a:srgbClr val="27BC8E"/>
                </a:solidFill>
                <a:latin typeface="Mont"/>
                <a:ea typeface="Mont"/>
                <a:cs typeface="Mont"/>
                <a:sym typeface="Mont"/>
              </a:rPr>
              <a:t>po e Produtividade Pessoal e Profissional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4822825"/>
            <a:ext cx="8425296" cy="946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151819"/>
                </a:solidFill>
                <a:latin typeface="Mont Italics"/>
                <a:ea typeface="Mont Italics"/>
                <a:cs typeface="Mont Italics"/>
                <a:sym typeface="Mont Italics"/>
              </a:rPr>
              <a:t>Pr</a:t>
            </a:r>
            <a:r>
              <a:rPr lang="en-US" sz="2500" i="true">
                <a:solidFill>
                  <a:srgbClr val="151819"/>
                </a:solidFill>
                <a:latin typeface="Mont Italics"/>
                <a:ea typeface="Mont Italics"/>
                <a:cs typeface="Mont Italics"/>
                <a:sym typeface="Mont Italics"/>
              </a:rPr>
              <a:t>odutividade sem equilíbrio vira desgaste.</a:t>
            </a:r>
          </a:p>
          <a:p>
            <a:pPr algn="l">
              <a:lnSpc>
                <a:spcPts val="3500"/>
              </a:lnSpc>
            </a:pPr>
            <a:r>
              <a:rPr lang="en-US" sz="2500" i="true">
                <a:solidFill>
                  <a:srgbClr val="151819"/>
                </a:solidFill>
                <a:latin typeface="Mont Italics"/>
                <a:ea typeface="Mont Italics"/>
                <a:cs typeface="Mont Italics"/>
                <a:sym typeface="Mont Italics"/>
              </a:rPr>
              <a:t>Equilíbrio sem intenção vira discurso vazio.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349828" y="-2071106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937928"/>
            <a:ext cx="8978741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4"/>
              </a:lnSpc>
            </a:pPr>
            <a:r>
              <a:rPr lang="en-US" sz="6499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Objetivo do encontro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125578"/>
            <a:ext cx="13859299" cy="260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 f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inal 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desta aula, v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cê será capaz de: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Entender por que equilíbrio não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é dividir tempo igu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almente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econhecer os riscos do desequilíbrio contínu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Estab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el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ecer limites práticos entre trabalho e vida 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pessoal</a:t>
            </a:r>
          </a:p>
          <a:p>
            <a:pPr algn="l" marL="690879" indent="-345439" lvl="1">
              <a:lnSpc>
                <a:spcPts val="4159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Tom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ar decisões mais conscientes sobre tempo e energia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5222" y="795644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1104322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O mito do equilíbrio perfeito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49828" y="-2071106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304352" y="813639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1" y="0"/>
                </a:lnTo>
                <a:lnTo>
                  <a:pt x="5449021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6994965"/>
            <a:ext cx="9356323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Equilíbrio não é matemática.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É gestão con</a:t>
            </a: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sciente ao longo do temp</a:t>
            </a: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445825"/>
            <a:ext cx="13859299" cy="411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O que geralmente imaginamos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Tempo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igual para tudo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Rotina s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empre estável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Controle total do di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</a:p>
          <a:p>
            <a:pPr algn="l">
              <a:lnSpc>
                <a:spcPts val="3629"/>
              </a:lnSpc>
            </a:pP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A r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ealidade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vida acontece em fases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As prior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ades mudam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 equilíb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rio é dinâmico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12106941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O custo do desequilíbrio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49828" y="-2071106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099720"/>
            <a:ext cx="13859299" cy="456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Quand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desequilíbrio vira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padrão</a:t>
            </a: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No t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rabalho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Queda de desempenho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Falta de c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riatividade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Irritabilid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ade</a:t>
            </a:r>
          </a:p>
          <a:p>
            <a:pPr algn="l">
              <a:lnSpc>
                <a:spcPts val="3629"/>
              </a:lnSpc>
            </a:pP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Na vida pess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oal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Distan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ciamento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Culpa constante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Falta de presença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5222" y="795644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6974345"/>
            <a:ext cx="11596802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O probl</a:t>
            </a: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ema não é trabalhar muito.</a:t>
            </a:r>
          </a:p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27BC8E"/>
                </a:solidFill>
                <a:latin typeface="Mont Italics"/>
                <a:ea typeface="Mont Italics"/>
                <a:cs typeface="Mont Italics"/>
                <a:sym typeface="Mont Italics"/>
              </a:rPr>
              <a:t> É trabalhar muito sem critério e sem pausa.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11548767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Vida Integrada X Vida Desorganizada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6349828" y="-2071106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931055"/>
            <a:ext cx="13859299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Vida integrad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Prioridades claras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Limites definidos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rese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nça real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Transiçõ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es conscientes</a:t>
            </a:r>
          </a:p>
          <a:p>
            <a:pPr algn="l">
              <a:lnSpc>
                <a:spcPts val="3629"/>
              </a:lnSpc>
            </a:pP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Vida desorganizada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Tudo misturado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Trabalho invade desca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nso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esc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anso com culp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Atenção fragmentada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65222" y="795644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070334" y="4762500"/>
            <a:ext cx="621208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3499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In</a:t>
            </a:r>
            <a:r>
              <a:rPr lang="en-US" sz="3499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tegração não é mistura.</a:t>
            </a:r>
          </a:p>
          <a:p>
            <a:pPr algn="ctr">
              <a:lnSpc>
                <a:spcPts val="3674"/>
              </a:lnSpc>
              <a:spcBef>
                <a:spcPct val="0"/>
              </a:spcBef>
            </a:pPr>
            <a:r>
              <a:rPr lang="en-US" sz="3499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É alinhamento intencional.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85825"/>
            <a:ext cx="1122424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O PAPEL DOS LIMITES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3128370" y="6530900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7" y="0"/>
                </a:lnTo>
                <a:lnTo>
                  <a:pt x="5745797" y="5745797"/>
                </a:lnTo>
                <a:lnTo>
                  <a:pt x="0" y="574579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576920"/>
            <a:ext cx="11367093" cy="339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ites não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são rigi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dez</a:t>
            </a:r>
          </a:p>
          <a:p>
            <a:pPr algn="l">
              <a:lnSpc>
                <a:spcPts val="3871"/>
              </a:lnSpc>
            </a:pPr>
            <a:r>
              <a:rPr lang="en-US" sz="3199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São proteção</a:t>
            </a:r>
          </a:p>
          <a:p>
            <a:pPr algn="l">
              <a:lnSpc>
                <a:spcPts val="3871"/>
              </a:lnSpc>
            </a:pPr>
          </a:p>
          <a:p>
            <a:pPr algn="l" marL="690879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Pr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oteg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m e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ergia</a:t>
            </a:r>
          </a:p>
          <a:p>
            <a:pPr algn="l" marL="690879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Prot</a:t>
            </a: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egem relações</a:t>
            </a:r>
          </a:p>
          <a:p>
            <a:pPr algn="l" marL="690879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Protegem foco</a:t>
            </a:r>
          </a:p>
          <a:p>
            <a:pPr algn="l" marL="690879" indent="-345439" lvl="1">
              <a:lnSpc>
                <a:spcPts val="3871"/>
              </a:lnSpc>
              <a:buFont typeface="Arial"/>
              <a:buChar char="•"/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Protegem saúde mental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4793" y="6646087"/>
            <a:ext cx="1297028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b="true">
                <a:solidFill>
                  <a:srgbClr val="27BC8E"/>
                </a:solidFill>
                <a:latin typeface="Mont Bold Italics"/>
                <a:ea typeface="Mont Bold Italics"/>
                <a:cs typeface="Mont Bold Italics"/>
                <a:sym typeface="Mont Bold Italics"/>
              </a:rPr>
              <a:t>Quem não defin</a:t>
            </a:r>
            <a:r>
              <a:rPr lang="en-US" b="true" sz="3000" i="true">
                <a:solidFill>
                  <a:srgbClr val="27BC8E"/>
                </a:solidFill>
                <a:latin typeface="Mont Bold Italics"/>
                <a:ea typeface="Mont Bold Italics"/>
                <a:cs typeface="Mont Bold Italics"/>
                <a:sym typeface="Mont Bold Italics"/>
              </a:rPr>
              <a:t>e limites, vive no limite.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14400"/>
            <a:ext cx="12014202" cy="996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58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Tipos de limites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701537" y="-314573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7"/>
                </a:lnTo>
                <a:lnTo>
                  <a:pt x="0" y="5745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569773"/>
            <a:ext cx="13859299" cy="4568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Limites práticos do dia a di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Limites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 h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orário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ites de disponibilid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ad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Limites digitais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Limi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tes emocionais</a:t>
            </a:r>
          </a:p>
          <a:p>
            <a:pPr algn="l">
              <a:lnSpc>
                <a:spcPts val="3629"/>
              </a:lnSpc>
            </a:pPr>
          </a:p>
          <a:p>
            <a:pPr algn="l">
              <a:lnSpc>
                <a:spcPts val="3629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Exemplos: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Horário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laro de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ence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rram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ento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Notificações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silenciadas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Não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re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ponder 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tudo imediatamente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324642" y="813639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04166" y="7853368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24770" y="9480367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59222" y="7612583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9" y="0"/>
                </a:lnTo>
                <a:lnTo>
                  <a:pt x="4666709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62826" y="8454053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41403" y="8663639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1184874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Presença real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773491" y="1515989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7" y="0"/>
                </a:lnTo>
                <a:lnTo>
                  <a:pt x="5745797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9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861310"/>
            <a:ext cx="9123092" cy="228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On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de você está… 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de verdade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</a:p>
          <a:p>
            <a:pPr algn="l">
              <a:lnSpc>
                <a:spcPts val="3630"/>
              </a:lnSpc>
            </a:pPr>
          </a:p>
          <a:p>
            <a:pPr algn="l" marL="647705" indent="-323852" lvl="1">
              <a:lnSpc>
                <a:spcPts val="363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Corpo em um lugar</a:t>
            </a:r>
          </a:p>
          <a:p>
            <a:pPr algn="l" marL="647705" indent="-323852" lvl="1">
              <a:lnSpc>
                <a:spcPts val="363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ente em outro</a:t>
            </a:r>
          </a:p>
          <a:p>
            <a:pPr algn="l" marL="647705" indent="-323852" lvl="1">
              <a:lnSpc>
                <a:spcPts val="363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At</a:t>
            </a: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enção sempre dividida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162321" y="7853368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5509454"/>
            <a:ext cx="1297028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 b="true">
                <a:solidFill>
                  <a:srgbClr val="27BC8E"/>
                </a:solidFill>
                <a:latin typeface="Mont Bold Italics"/>
                <a:ea typeface="Mont Bold Italics"/>
                <a:cs typeface="Mont Bold Italics"/>
                <a:sym typeface="Mont Bold Italics"/>
              </a:rPr>
              <a:t>Estar presente é um ato de in</a:t>
            </a:r>
            <a:r>
              <a:rPr lang="en-US" b="true" sz="3000" i="true">
                <a:solidFill>
                  <a:srgbClr val="27BC8E"/>
                </a:solidFill>
                <a:latin typeface="Mont Bold Italics"/>
                <a:ea typeface="Mont Bold Italics"/>
                <a:cs typeface="Mont Bold Italics"/>
                <a:sym typeface="Mont Bold Italics"/>
              </a:rPr>
              <a:t>tenção, não de acaso.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936263"/>
            <a:ext cx="1201420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Exercício de Consciência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721827" y="-230753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7"/>
                </a:lnTo>
                <a:lnTo>
                  <a:pt x="0" y="5745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3318510"/>
            <a:ext cx="13859299" cy="1824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Reflita individualmente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Onde o trabalho invade minha vida pessoal?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Onde a vida pessoal prejudica meu foc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prof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issional?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Em que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mo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mento do dia eu mais perc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presença?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24781" y="227060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7" y="0"/>
                </a:lnTo>
                <a:lnTo>
                  <a:pt x="5745797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5884435"/>
            <a:ext cx="629031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onsciência vem antes da ajuste.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24781" y="7956445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45385" y="9583444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79838" y="7715660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8" y="0"/>
                </a:lnTo>
                <a:lnTo>
                  <a:pt x="4666708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83442" y="8557130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62019" y="8766717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895350"/>
            <a:ext cx="12014202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Energia fora do trabalho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1721827" y="-230753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7"/>
                </a:lnTo>
                <a:lnTo>
                  <a:pt x="0" y="5745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2562980"/>
            <a:ext cx="13859299" cy="3653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9"/>
              </a:lnSpc>
            </a:pPr>
            <a:r>
              <a:rPr lang="en-US" sz="3000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Produtividade</a:t>
            </a:r>
            <a:r>
              <a:rPr lang="en-US" sz="3000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não termina no expediente</a:t>
            </a:r>
          </a:p>
          <a:p>
            <a:pPr algn="l">
              <a:lnSpc>
                <a:spcPts val="3629"/>
              </a:lnSpc>
            </a:pPr>
          </a:p>
          <a:p>
            <a:pPr algn="l">
              <a:lnSpc>
                <a:spcPts val="3629"/>
              </a:lnSpc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Fontes reais de recuperação: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Sono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Ex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ercício físico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Relações saudáveis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La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zer consciente</a:t>
            </a:r>
          </a:p>
          <a:p>
            <a:pPr algn="l" marL="647700" indent="-323850" lvl="1">
              <a:lnSpc>
                <a:spcPts val="3629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Silêncio e descanso mental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524781" y="227060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7" y="0"/>
                </a:lnTo>
                <a:lnTo>
                  <a:pt x="5745797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9999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-162321" y="7853368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6883520"/>
            <a:ext cx="61379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Descansar 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não é não fazer nada.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 É recuperar energia.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0237" y="-2649686"/>
            <a:ext cx="6271491" cy="6271491"/>
          </a:xfrm>
          <a:custGeom>
            <a:avLst/>
            <a:gdLst/>
            <a:ahLst/>
            <a:cxnLst/>
            <a:rect r="r" b="b" t="t" l="l"/>
            <a:pathLst>
              <a:path h="6271491" w="6271491">
                <a:moveTo>
                  <a:pt x="0" y="0"/>
                </a:moveTo>
                <a:lnTo>
                  <a:pt x="6271491" y="0"/>
                </a:lnTo>
                <a:lnTo>
                  <a:pt x="6271491" y="6271491"/>
                </a:lnTo>
                <a:lnTo>
                  <a:pt x="0" y="627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02" y="638540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102807"/>
            <a:ext cx="120909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9"/>
              </a:lnSpc>
            </a:pPr>
            <a:r>
              <a:rPr lang="en-US" sz="5999" b="true">
                <a:solidFill>
                  <a:srgbClr val="1518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Excessos que drenam energia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162321" y="7853368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2841020"/>
            <a:ext cx="11584969" cy="2739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0"/>
              </a:lnSpc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Atenção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aos sinais</a:t>
            </a:r>
          </a:p>
          <a:p>
            <a:pPr algn="l">
              <a:lnSpc>
                <a:spcPts val="3630"/>
              </a:lnSpc>
            </a:pPr>
          </a:p>
          <a:p>
            <a:pPr algn="l" marL="647703" indent="-323852" lvl="1">
              <a:lnSpc>
                <a:spcPts val="3630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Falta de descanso real</a:t>
            </a:r>
          </a:p>
          <a:p>
            <a:pPr algn="l" marL="647703" indent="-323852" lvl="1">
              <a:lnSpc>
                <a:spcPts val="3630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Uso excessivo d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e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telas</a:t>
            </a:r>
          </a:p>
          <a:p>
            <a:pPr algn="l" marL="647703" indent="-323852" lvl="1">
              <a:lnSpc>
                <a:spcPts val="3630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Agenda sem respiro</a:t>
            </a:r>
          </a:p>
          <a:p>
            <a:pPr algn="l" marL="647703" indent="-323852" lvl="1">
              <a:lnSpc>
                <a:spcPts val="3630"/>
              </a:lnSpc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Culpa ao descansar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004402"/>
            <a:ext cx="6592848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Exaustão 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não é sinal de dedicação.</a:t>
            </a:r>
          </a:p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É sinal de desorganização.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2986160" y="6493644"/>
            <a:ext cx="5308104" cy="2479804"/>
            <a:chOff x="0" y="0"/>
            <a:chExt cx="8120187" cy="37935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0187" cy="3793534"/>
            </a:xfrm>
            <a:custGeom>
              <a:avLst/>
              <a:gdLst/>
              <a:ahLst/>
              <a:cxnLst/>
              <a:rect r="r" b="b" t="t" l="l"/>
              <a:pathLst>
                <a:path h="3793534" w="8120187">
                  <a:moveTo>
                    <a:pt x="20419" y="0"/>
                  </a:moveTo>
                  <a:lnTo>
                    <a:pt x="8099768" y="0"/>
                  </a:lnTo>
                  <a:cubicBezTo>
                    <a:pt x="8111045" y="0"/>
                    <a:pt x="8120187" y="9142"/>
                    <a:pt x="8120187" y="20419"/>
                  </a:cubicBezTo>
                  <a:lnTo>
                    <a:pt x="8120187" y="3773114"/>
                  </a:lnTo>
                  <a:cubicBezTo>
                    <a:pt x="8120187" y="3778530"/>
                    <a:pt x="8118036" y="3783724"/>
                    <a:pt x="8114207" y="3787553"/>
                  </a:cubicBezTo>
                  <a:cubicBezTo>
                    <a:pt x="8110377" y="3791382"/>
                    <a:pt x="8105184" y="3793534"/>
                    <a:pt x="8099768" y="3793534"/>
                  </a:cubicBezTo>
                  <a:lnTo>
                    <a:pt x="20419" y="3793534"/>
                  </a:lnTo>
                  <a:cubicBezTo>
                    <a:pt x="9142" y="3793534"/>
                    <a:pt x="0" y="3784391"/>
                    <a:pt x="0" y="3773114"/>
                  </a:cubicBezTo>
                  <a:lnTo>
                    <a:pt x="0" y="20419"/>
                  </a:lnTo>
                  <a:cubicBezTo>
                    <a:pt x="0" y="9142"/>
                    <a:pt x="9142" y="0"/>
                    <a:pt x="20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8120187" cy="3812583"/>
            </a:xfrm>
            <a:prstGeom prst="rect">
              <a:avLst/>
            </a:prstGeom>
          </p:spPr>
          <p:txBody>
            <a:bodyPr anchor="ctr" rtlCol="false" tIns="14492" lIns="14492" bIns="14492" rIns="14492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1588786" y="8621032"/>
            <a:ext cx="8196255" cy="1090166"/>
          </a:xfrm>
          <a:custGeom>
            <a:avLst/>
            <a:gdLst/>
            <a:ahLst/>
            <a:cxnLst/>
            <a:rect r="r" b="b" t="t" l="l"/>
            <a:pathLst>
              <a:path h="1090166" w="8196255">
                <a:moveTo>
                  <a:pt x="0" y="0"/>
                </a:moveTo>
                <a:lnTo>
                  <a:pt x="8196254" y="0"/>
                </a:lnTo>
                <a:lnTo>
                  <a:pt x="8196254" y="1090166"/>
                </a:lnTo>
                <a:lnTo>
                  <a:pt x="0" y="1090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518528" y="6008763"/>
            <a:ext cx="6326545" cy="1140761"/>
          </a:xfrm>
          <a:custGeom>
            <a:avLst/>
            <a:gdLst/>
            <a:ahLst/>
            <a:cxnLst/>
            <a:rect r="r" b="b" t="t" l="l"/>
            <a:pathLst>
              <a:path h="1140761" w="6326545">
                <a:moveTo>
                  <a:pt x="0" y="0"/>
                </a:moveTo>
                <a:lnTo>
                  <a:pt x="6326545" y="0"/>
                </a:lnTo>
                <a:lnTo>
                  <a:pt x="6326545" y="1140761"/>
                </a:lnTo>
                <a:lnTo>
                  <a:pt x="0" y="11407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2019282" y="7147410"/>
            <a:ext cx="1933756" cy="1473622"/>
          </a:xfrm>
          <a:custGeom>
            <a:avLst/>
            <a:gdLst/>
            <a:ahLst/>
            <a:cxnLst/>
            <a:rect r="r" b="b" t="t" l="l"/>
            <a:pathLst>
              <a:path h="1473622" w="1933756">
                <a:moveTo>
                  <a:pt x="0" y="0"/>
                </a:moveTo>
                <a:lnTo>
                  <a:pt x="1933756" y="0"/>
                </a:lnTo>
                <a:lnTo>
                  <a:pt x="1933756" y="1473622"/>
                </a:lnTo>
                <a:lnTo>
                  <a:pt x="0" y="147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48061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089536" y="5143500"/>
            <a:ext cx="3740053" cy="3105549"/>
            <a:chOff x="0" y="0"/>
            <a:chExt cx="930510" cy="7726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0510" cy="772648"/>
            </a:xfrm>
            <a:custGeom>
              <a:avLst/>
              <a:gdLst/>
              <a:ahLst/>
              <a:cxnLst/>
              <a:rect r="r" b="b" t="t" l="l"/>
              <a:pathLst>
                <a:path h="772648" w="930510">
                  <a:moveTo>
                    <a:pt x="111780" y="0"/>
                  </a:moveTo>
                  <a:lnTo>
                    <a:pt x="818730" y="0"/>
                  </a:lnTo>
                  <a:cubicBezTo>
                    <a:pt x="880465" y="0"/>
                    <a:pt x="930510" y="50046"/>
                    <a:pt x="930510" y="111780"/>
                  </a:cubicBezTo>
                  <a:lnTo>
                    <a:pt x="930510" y="660868"/>
                  </a:lnTo>
                  <a:cubicBezTo>
                    <a:pt x="930510" y="722602"/>
                    <a:pt x="880465" y="772648"/>
                    <a:pt x="818730" y="772648"/>
                  </a:cubicBezTo>
                  <a:lnTo>
                    <a:pt x="111780" y="772648"/>
                  </a:lnTo>
                  <a:cubicBezTo>
                    <a:pt x="50046" y="772648"/>
                    <a:pt x="0" y="722602"/>
                    <a:pt x="0" y="660868"/>
                  </a:cubicBezTo>
                  <a:lnTo>
                    <a:pt x="0" y="111780"/>
                  </a:lnTo>
                  <a:cubicBezTo>
                    <a:pt x="0" y="50046"/>
                    <a:pt x="50046" y="0"/>
                    <a:pt x="111780" y="0"/>
                  </a:cubicBezTo>
                  <a:close/>
                </a:path>
              </a:pathLst>
            </a:custGeom>
            <a:blipFill>
              <a:blip r:embed="rId6"/>
              <a:stretch>
                <a:fillRect l="-12219" t="0" r="-12219" b="0"/>
              </a:stretch>
            </a:blipFill>
            <a:ln w="85725" cap="rnd">
              <a:solidFill>
                <a:srgbClr val="9CE2CF"/>
              </a:solidFill>
              <a:prstDash val="solid"/>
              <a:round/>
            </a:ln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8700" y="1114425"/>
            <a:ext cx="11065413" cy="9048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5"/>
              </a:lnSpc>
            </a:pPr>
            <a:r>
              <a:rPr lang="en-US" sz="6500" b="true">
                <a:solidFill>
                  <a:srgbClr val="1518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Aplicação prática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-2738916" y="-284117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914149"/>
            <a:ext cx="10066569" cy="2236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Compromissos da semana</a:t>
            </a:r>
          </a:p>
          <a:p>
            <a:pPr algn="l">
              <a:lnSpc>
                <a:spcPts val="3540"/>
              </a:lnSpc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Defina:</a:t>
            </a:r>
          </a:p>
          <a:p>
            <a:pPr algn="l" marL="647703" indent="-323852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1 limite que você vai estabelecer</a:t>
            </a:r>
          </a:p>
          <a:p>
            <a:pPr algn="l" marL="647703" indent="-323852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1 hábito pessoal que vai proteger</a:t>
            </a:r>
          </a:p>
          <a:p>
            <a:pPr algn="l" marL="647703" indent="-323852" lvl="1">
              <a:lnSpc>
                <a:spcPts val="3540"/>
              </a:lnSpc>
              <a:buFont typeface="Arial"/>
              <a:buChar char="•"/>
            </a:pPr>
            <a:r>
              <a:rPr lang="en-US" sz="3000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1 excesso que vai reduzir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5884435"/>
            <a:ext cx="8361045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Peque</a:t>
            </a:r>
            <a:r>
              <a:rPr lang="en-US" sz="3000">
                <a:solidFill>
                  <a:srgbClr val="27BC8E"/>
                </a:solidFill>
                <a:latin typeface="Montserrat"/>
                <a:ea typeface="Montserrat"/>
                <a:cs typeface="Montserrat"/>
                <a:sym typeface="Montserrat"/>
              </a:rPr>
              <a:t>nos ajustes geram grandes impactos.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15504166" y="7853368"/>
            <a:ext cx="5015122" cy="2062966"/>
            <a:chOff x="0" y="0"/>
            <a:chExt cx="10400734" cy="42783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00734" cy="4278334"/>
            </a:xfrm>
            <a:custGeom>
              <a:avLst/>
              <a:gdLst/>
              <a:ahLst/>
              <a:cxnLst/>
              <a:rect r="r" b="b" t="t" l="l"/>
              <a:pathLst>
                <a:path h="4278334" w="10400734">
                  <a:moveTo>
                    <a:pt x="21612" y="0"/>
                  </a:moveTo>
                  <a:lnTo>
                    <a:pt x="10379122" y="0"/>
                  </a:lnTo>
                  <a:cubicBezTo>
                    <a:pt x="10384854" y="0"/>
                    <a:pt x="10390351" y="2277"/>
                    <a:pt x="10394404" y="6330"/>
                  </a:cubicBezTo>
                  <a:cubicBezTo>
                    <a:pt x="10398458" y="10383"/>
                    <a:pt x="10400734" y="15880"/>
                    <a:pt x="10400734" y="21612"/>
                  </a:cubicBezTo>
                  <a:lnTo>
                    <a:pt x="10400734" y="4256722"/>
                  </a:lnTo>
                  <a:cubicBezTo>
                    <a:pt x="10400734" y="4268658"/>
                    <a:pt x="10391058" y="4278334"/>
                    <a:pt x="10379122" y="4278334"/>
                  </a:cubicBezTo>
                  <a:lnTo>
                    <a:pt x="21612" y="4278334"/>
                  </a:lnTo>
                  <a:cubicBezTo>
                    <a:pt x="9676" y="4278334"/>
                    <a:pt x="0" y="4268658"/>
                    <a:pt x="0" y="4256722"/>
                  </a:cubicBezTo>
                  <a:lnTo>
                    <a:pt x="0" y="21612"/>
                  </a:lnTo>
                  <a:cubicBezTo>
                    <a:pt x="0" y="9676"/>
                    <a:pt x="9676" y="0"/>
                    <a:pt x="2161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0400734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13524770" y="9480367"/>
            <a:ext cx="6994518" cy="930326"/>
          </a:xfrm>
          <a:custGeom>
            <a:avLst/>
            <a:gdLst/>
            <a:ahLst/>
            <a:cxnLst/>
            <a:rect r="r" b="b" t="t" l="l"/>
            <a:pathLst>
              <a:path h="930326" w="6994518">
                <a:moveTo>
                  <a:pt x="0" y="0"/>
                </a:moveTo>
                <a:lnTo>
                  <a:pt x="6994518" y="0"/>
                </a:lnTo>
                <a:lnTo>
                  <a:pt x="6994518" y="930326"/>
                </a:lnTo>
                <a:lnTo>
                  <a:pt x="0" y="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159222" y="7612583"/>
            <a:ext cx="4666709" cy="841470"/>
          </a:xfrm>
          <a:custGeom>
            <a:avLst/>
            <a:gdLst/>
            <a:ahLst/>
            <a:cxnLst/>
            <a:rect r="r" b="b" t="t" l="l"/>
            <a:pathLst>
              <a:path h="841470" w="4666709">
                <a:moveTo>
                  <a:pt x="0" y="0"/>
                </a:moveTo>
                <a:lnTo>
                  <a:pt x="4666709" y="0"/>
                </a:lnTo>
                <a:lnTo>
                  <a:pt x="4666709" y="841470"/>
                </a:lnTo>
                <a:lnTo>
                  <a:pt x="0" y="841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62826" y="8454053"/>
            <a:ext cx="2757154" cy="1090150"/>
          </a:xfrm>
          <a:custGeom>
            <a:avLst/>
            <a:gdLst/>
            <a:ahLst/>
            <a:cxnLst/>
            <a:rect r="r" b="b" t="t" l="l"/>
            <a:pathLst>
              <a:path h="1090150" w="2757154">
                <a:moveTo>
                  <a:pt x="0" y="0"/>
                </a:moveTo>
                <a:lnTo>
                  <a:pt x="2757154" y="0"/>
                </a:lnTo>
                <a:lnTo>
                  <a:pt x="2757154" y="1090150"/>
                </a:lnTo>
                <a:lnTo>
                  <a:pt x="0" y="10901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201249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41403" y="8663639"/>
            <a:ext cx="451961" cy="442423"/>
          </a:xfrm>
          <a:custGeom>
            <a:avLst/>
            <a:gdLst/>
            <a:ahLst/>
            <a:cxnLst/>
            <a:rect r="r" b="b" t="t" l="l"/>
            <a:pathLst>
              <a:path h="442423" w="451961">
                <a:moveTo>
                  <a:pt x="0" y="0"/>
                </a:moveTo>
                <a:lnTo>
                  <a:pt x="451961" y="0"/>
                </a:lnTo>
                <a:lnTo>
                  <a:pt x="451961" y="442423"/>
                </a:lnTo>
                <a:lnTo>
                  <a:pt x="0" y="442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68766" y="-2386839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7" y="0"/>
                </a:lnTo>
                <a:lnTo>
                  <a:pt x="5745797" y="5745797"/>
                </a:lnTo>
                <a:lnTo>
                  <a:pt x="0" y="57457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9999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365222" y="7956445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30000"/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933147"/>
            <a:ext cx="11285795" cy="1133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27"/>
              </a:lnSpc>
            </a:pPr>
            <a:r>
              <a:rPr lang="en-US" sz="6501" b="true">
                <a:solidFill>
                  <a:srgbClr val="3C4F4B"/>
                </a:solidFill>
                <a:latin typeface="Mont Bold"/>
                <a:ea typeface="Mont Bold"/>
                <a:cs typeface="Mont Bold"/>
                <a:sym typeface="Mont Bold"/>
              </a:rPr>
              <a:t>Fechamento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173958"/>
            <a:ext cx="12866549" cy="967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27BC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Produtivid</a:t>
            </a:r>
            <a:r>
              <a:rPr lang="en-US" sz="3199" b="true">
                <a:solidFill>
                  <a:srgbClr val="27BC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ade sustentável respeita a vida.</a:t>
            </a:r>
          </a:p>
          <a:p>
            <a:pPr algn="l">
              <a:lnSpc>
                <a:spcPts val="3871"/>
              </a:lnSpc>
            </a:pPr>
            <a:r>
              <a:rPr lang="en-US" sz="3199" b="true">
                <a:solidFill>
                  <a:srgbClr val="27BC8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Vida saudável sustenta a produtividade.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538094"/>
            <a:ext cx="1074261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P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ara refle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ti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r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nde sua vida está pedindo mais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intenção?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O q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ue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você</a:t>
            </a:r>
            <a:r>
              <a:rPr lang="en-US" sz="3000" i="true">
                <a:solidFill>
                  <a:srgbClr val="151819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precisa proteger melhor hoje?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0237" y="-2649686"/>
            <a:ext cx="6271491" cy="6271491"/>
          </a:xfrm>
          <a:custGeom>
            <a:avLst/>
            <a:gdLst/>
            <a:ahLst/>
            <a:cxnLst/>
            <a:rect r="r" b="b" t="t" l="l"/>
            <a:pathLst>
              <a:path h="6271491" w="6271491">
                <a:moveTo>
                  <a:pt x="0" y="0"/>
                </a:moveTo>
                <a:lnTo>
                  <a:pt x="6271491" y="0"/>
                </a:lnTo>
                <a:lnTo>
                  <a:pt x="6271491" y="6271491"/>
                </a:lnTo>
                <a:lnTo>
                  <a:pt x="0" y="627149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86402" y="6385402"/>
            <a:ext cx="5745796" cy="5745796"/>
          </a:xfrm>
          <a:custGeom>
            <a:avLst/>
            <a:gdLst/>
            <a:ahLst/>
            <a:cxnLst/>
            <a:rect r="r" b="b" t="t" l="l"/>
            <a:pathLst>
              <a:path h="5745796" w="5745796">
                <a:moveTo>
                  <a:pt x="0" y="0"/>
                </a:moveTo>
                <a:lnTo>
                  <a:pt x="5745796" y="0"/>
                </a:lnTo>
                <a:lnTo>
                  <a:pt x="5745796" y="5745796"/>
                </a:lnTo>
                <a:lnTo>
                  <a:pt x="0" y="57457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066800"/>
            <a:ext cx="12090928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6499" b="true">
                <a:solidFill>
                  <a:srgbClr val="15181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Gancho para a próxima aula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845149"/>
            <a:ext cx="9812573" cy="200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9"/>
              </a:lnSpc>
            </a:pPr>
            <a:r>
              <a:rPr lang="en-US" sz="3199" i="true">
                <a:solidFill>
                  <a:srgbClr val="27BC8E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Ferramentas e Sistemas de Produtividade</a:t>
            </a:r>
          </a:p>
          <a:p>
            <a:pPr algn="l">
              <a:lnSpc>
                <a:spcPts val="3999"/>
              </a:lnSpc>
            </a:pPr>
          </a:p>
          <a:p>
            <a:pPr algn="l">
              <a:lnSpc>
                <a:spcPts val="3999"/>
              </a:lnSpc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Como organizar tudo isso na prática</a:t>
            </a:r>
          </a:p>
          <a:p>
            <a:pPr algn="l">
              <a:lnSpc>
                <a:spcPts val="3999"/>
              </a:lnSpc>
            </a:pPr>
            <a:r>
              <a:rPr lang="en-US" sz="3199">
                <a:solidFill>
                  <a:srgbClr val="151819"/>
                </a:solidFill>
                <a:latin typeface="Montserrat"/>
                <a:ea typeface="Montserrat"/>
                <a:cs typeface="Montserrat"/>
                <a:sym typeface="Montserrat"/>
              </a:rPr>
              <a:t> sem depender apenas de força de vontade.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62321" y="7853368"/>
            <a:ext cx="5449020" cy="3112753"/>
          </a:xfrm>
          <a:custGeom>
            <a:avLst/>
            <a:gdLst/>
            <a:ahLst/>
            <a:cxnLst/>
            <a:rect r="r" b="b" t="t" l="l"/>
            <a:pathLst>
              <a:path h="3112753" w="5449020">
                <a:moveTo>
                  <a:pt x="0" y="0"/>
                </a:moveTo>
                <a:lnTo>
                  <a:pt x="5449020" y="0"/>
                </a:lnTo>
                <a:lnTo>
                  <a:pt x="5449020" y="3112753"/>
                </a:lnTo>
                <a:lnTo>
                  <a:pt x="0" y="311275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30000"/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76652" y="4960829"/>
            <a:ext cx="7340353" cy="7340353"/>
          </a:xfrm>
          <a:custGeom>
            <a:avLst/>
            <a:gdLst/>
            <a:ahLst/>
            <a:cxnLst/>
            <a:rect r="r" b="b" t="t" l="l"/>
            <a:pathLst>
              <a:path h="7340353" w="7340353">
                <a:moveTo>
                  <a:pt x="0" y="0"/>
                </a:moveTo>
                <a:lnTo>
                  <a:pt x="7340353" y="0"/>
                </a:lnTo>
                <a:lnTo>
                  <a:pt x="7340353" y="7340353"/>
                </a:lnTo>
                <a:lnTo>
                  <a:pt x="0" y="73403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12570987" y="5553501"/>
            <a:ext cx="6025836" cy="3174870"/>
            <a:chOff x="0" y="0"/>
            <a:chExt cx="8120187" cy="4278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0187" cy="4278334"/>
            </a:xfrm>
            <a:custGeom>
              <a:avLst/>
              <a:gdLst/>
              <a:ahLst/>
              <a:cxnLst/>
              <a:rect r="r" b="b" t="t" l="l"/>
              <a:pathLst>
                <a:path h="4278334" w="8120187">
                  <a:moveTo>
                    <a:pt x="17987" y="0"/>
                  </a:moveTo>
                  <a:lnTo>
                    <a:pt x="8102200" y="0"/>
                  </a:lnTo>
                  <a:cubicBezTo>
                    <a:pt x="8112134" y="0"/>
                    <a:pt x="8120187" y="8053"/>
                    <a:pt x="8120187" y="17987"/>
                  </a:cubicBezTo>
                  <a:lnTo>
                    <a:pt x="8120187" y="4260347"/>
                  </a:lnTo>
                  <a:cubicBezTo>
                    <a:pt x="8120187" y="4265117"/>
                    <a:pt x="8118292" y="4269692"/>
                    <a:pt x="8114919" y="4273066"/>
                  </a:cubicBezTo>
                  <a:cubicBezTo>
                    <a:pt x="8111546" y="4276439"/>
                    <a:pt x="8106971" y="4278334"/>
                    <a:pt x="8102200" y="4278334"/>
                  </a:cubicBezTo>
                  <a:lnTo>
                    <a:pt x="17987" y="4278334"/>
                  </a:lnTo>
                  <a:cubicBezTo>
                    <a:pt x="8053" y="4278334"/>
                    <a:pt x="0" y="4270281"/>
                    <a:pt x="0" y="4260347"/>
                  </a:cubicBezTo>
                  <a:lnTo>
                    <a:pt x="0" y="17987"/>
                  </a:lnTo>
                  <a:cubicBezTo>
                    <a:pt x="0" y="8053"/>
                    <a:pt x="8053" y="0"/>
                    <a:pt x="1798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141819">
                    <a:alpha val="100000"/>
                  </a:srgbClr>
                </a:gs>
                <a:gs pos="100000">
                  <a:srgbClr val="28B98F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8120187" cy="4297384"/>
            </a:xfrm>
            <a:prstGeom prst="rect">
              <a:avLst/>
            </a:prstGeom>
          </p:spPr>
          <p:txBody>
            <a:bodyPr anchor="ctr" rtlCol="false" tIns="21630" lIns="21630" bIns="21630" rIns="21630"/>
            <a:lstStyle/>
            <a:p>
              <a:pPr algn="ctr">
                <a:lnSpc>
                  <a:spcPts val="38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10800000">
            <a:off x="10984667" y="8148423"/>
            <a:ext cx="9304506" cy="1237572"/>
          </a:xfrm>
          <a:custGeom>
            <a:avLst/>
            <a:gdLst/>
            <a:ahLst/>
            <a:cxnLst/>
            <a:rect r="r" b="b" t="t" l="l"/>
            <a:pathLst>
              <a:path h="1237572" w="9304506">
                <a:moveTo>
                  <a:pt x="0" y="0"/>
                </a:moveTo>
                <a:lnTo>
                  <a:pt x="9304507" y="0"/>
                </a:lnTo>
                <a:lnTo>
                  <a:pt x="9304507" y="1237573"/>
                </a:lnTo>
                <a:lnTo>
                  <a:pt x="0" y="123757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339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265273" y="5128946"/>
            <a:ext cx="7181985" cy="1295008"/>
          </a:xfrm>
          <a:custGeom>
            <a:avLst/>
            <a:gdLst/>
            <a:ahLst/>
            <a:cxnLst/>
            <a:rect r="r" b="b" t="t" l="l"/>
            <a:pathLst>
              <a:path h="1295008" w="7181985">
                <a:moveTo>
                  <a:pt x="0" y="0"/>
                </a:moveTo>
                <a:lnTo>
                  <a:pt x="7181985" y="0"/>
                </a:lnTo>
                <a:lnTo>
                  <a:pt x="7181985" y="1295009"/>
                </a:lnTo>
                <a:lnTo>
                  <a:pt x="0" y="1295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37381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2069189" y="6477946"/>
            <a:ext cx="1295627" cy="1677722"/>
          </a:xfrm>
          <a:custGeom>
            <a:avLst/>
            <a:gdLst/>
            <a:ahLst/>
            <a:cxnLst/>
            <a:rect r="r" b="b" t="t" l="l"/>
            <a:pathLst>
              <a:path h="1677722" w="1295627">
                <a:moveTo>
                  <a:pt x="0" y="0"/>
                </a:moveTo>
                <a:lnTo>
                  <a:pt x="1295627" y="0"/>
                </a:lnTo>
                <a:lnTo>
                  <a:pt x="1295627" y="1677722"/>
                </a:lnTo>
                <a:lnTo>
                  <a:pt x="0" y="16777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-886598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0346828" y="2417879"/>
            <a:ext cx="5893859" cy="5369694"/>
            <a:chOff x="0" y="0"/>
            <a:chExt cx="980475" cy="8932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0475" cy="893277"/>
            </a:xfrm>
            <a:custGeom>
              <a:avLst/>
              <a:gdLst/>
              <a:ahLst/>
              <a:cxnLst/>
              <a:rect r="r" b="b" t="t" l="l"/>
              <a:pathLst>
                <a:path h="893277" w="980475">
                  <a:moveTo>
                    <a:pt x="70932" y="0"/>
                  </a:moveTo>
                  <a:lnTo>
                    <a:pt x="909543" y="0"/>
                  </a:lnTo>
                  <a:cubicBezTo>
                    <a:pt x="948717" y="0"/>
                    <a:pt x="980475" y="31757"/>
                    <a:pt x="980475" y="70932"/>
                  </a:cubicBezTo>
                  <a:lnTo>
                    <a:pt x="980475" y="822345"/>
                  </a:lnTo>
                  <a:cubicBezTo>
                    <a:pt x="980475" y="861520"/>
                    <a:pt x="948717" y="893277"/>
                    <a:pt x="909543" y="893277"/>
                  </a:cubicBezTo>
                  <a:lnTo>
                    <a:pt x="70932" y="893277"/>
                  </a:lnTo>
                  <a:cubicBezTo>
                    <a:pt x="52120" y="893277"/>
                    <a:pt x="34078" y="885804"/>
                    <a:pt x="20776" y="872502"/>
                  </a:cubicBezTo>
                  <a:cubicBezTo>
                    <a:pt x="7473" y="859199"/>
                    <a:pt x="0" y="841157"/>
                    <a:pt x="0" y="822345"/>
                  </a:cubicBezTo>
                  <a:lnTo>
                    <a:pt x="0" y="70932"/>
                  </a:lnTo>
                  <a:cubicBezTo>
                    <a:pt x="0" y="31757"/>
                    <a:pt x="31757" y="0"/>
                    <a:pt x="70932" y="0"/>
                  </a:cubicBezTo>
                  <a:close/>
                </a:path>
              </a:pathLst>
            </a:custGeom>
            <a:blipFill>
              <a:blip r:embed="rId8"/>
              <a:stretch>
                <a:fillRect l="-3200" t="0" r="-3200" b="0"/>
              </a:stretch>
            </a:blipFill>
            <a:ln w="85725" cap="rnd">
              <a:solidFill>
                <a:srgbClr val="9CE2CF"/>
              </a:solidFill>
              <a:prstDash val="solid"/>
              <a:round/>
            </a:ln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350424" y="7932515"/>
            <a:ext cx="441126" cy="431817"/>
          </a:xfrm>
          <a:custGeom>
            <a:avLst/>
            <a:gdLst/>
            <a:ahLst/>
            <a:cxnLst/>
            <a:rect r="r" b="b" t="t" l="l"/>
            <a:pathLst>
              <a:path h="431817" w="441126">
                <a:moveTo>
                  <a:pt x="0" y="0"/>
                </a:moveTo>
                <a:lnTo>
                  <a:pt x="441126" y="0"/>
                </a:lnTo>
                <a:lnTo>
                  <a:pt x="441126" y="431817"/>
                </a:lnTo>
                <a:lnTo>
                  <a:pt x="0" y="43181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28700" y="4189214"/>
            <a:ext cx="789309" cy="772652"/>
          </a:xfrm>
          <a:custGeom>
            <a:avLst/>
            <a:gdLst/>
            <a:ahLst/>
            <a:cxnLst/>
            <a:rect r="r" b="b" t="t" l="l"/>
            <a:pathLst>
              <a:path h="772652" w="789309">
                <a:moveTo>
                  <a:pt x="0" y="0"/>
                </a:moveTo>
                <a:lnTo>
                  <a:pt x="789309" y="0"/>
                </a:lnTo>
                <a:lnTo>
                  <a:pt x="789309" y="772652"/>
                </a:lnTo>
                <a:lnTo>
                  <a:pt x="0" y="772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5389758"/>
            <a:ext cx="789309" cy="772652"/>
          </a:xfrm>
          <a:custGeom>
            <a:avLst/>
            <a:gdLst/>
            <a:ahLst/>
            <a:cxnLst/>
            <a:rect r="r" b="b" t="t" l="l"/>
            <a:pathLst>
              <a:path h="772652" w="789309">
                <a:moveTo>
                  <a:pt x="0" y="0"/>
                </a:moveTo>
                <a:lnTo>
                  <a:pt x="789309" y="0"/>
                </a:lnTo>
                <a:lnTo>
                  <a:pt x="789309" y="772652"/>
                </a:lnTo>
                <a:lnTo>
                  <a:pt x="0" y="772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28700" y="6591035"/>
            <a:ext cx="789309" cy="772652"/>
          </a:xfrm>
          <a:custGeom>
            <a:avLst/>
            <a:gdLst/>
            <a:ahLst/>
            <a:cxnLst/>
            <a:rect r="r" b="b" t="t" l="l"/>
            <a:pathLst>
              <a:path h="772652" w="789309">
                <a:moveTo>
                  <a:pt x="0" y="0"/>
                </a:moveTo>
                <a:lnTo>
                  <a:pt x="789309" y="0"/>
                </a:lnTo>
                <a:lnTo>
                  <a:pt x="789309" y="772652"/>
                </a:lnTo>
                <a:lnTo>
                  <a:pt x="0" y="77265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971550"/>
            <a:ext cx="6167276" cy="200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39"/>
              </a:lnSpc>
            </a:pPr>
            <a:r>
              <a:rPr lang="en-US" sz="8599">
                <a:solidFill>
                  <a:srgbClr val="27BC8E"/>
                </a:solidFill>
                <a:latin typeface="Mont"/>
                <a:ea typeface="Mont"/>
                <a:cs typeface="Mont"/>
                <a:sym typeface="Mont"/>
              </a:rPr>
              <a:t>Obrigado </a:t>
            </a:r>
          </a:p>
          <a:p>
            <a:pPr algn="l">
              <a:lnSpc>
                <a:spcPts val="5400"/>
              </a:lnSpc>
            </a:pPr>
            <a:r>
              <a:rPr lang="en-US" sz="6000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pela atenção</a:t>
            </a:r>
            <a:r>
              <a:rPr lang="en-US" sz="6000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!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215963" y="4366844"/>
            <a:ext cx="414783" cy="417392"/>
          </a:xfrm>
          <a:custGeom>
            <a:avLst/>
            <a:gdLst/>
            <a:ahLst/>
            <a:cxnLst/>
            <a:rect r="r" b="b" t="t" l="l"/>
            <a:pathLst>
              <a:path h="417392" w="414783">
                <a:moveTo>
                  <a:pt x="0" y="0"/>
                </a:moveTo>
                <a:lnTo>
                  <a:pt x="414783" y="0"/>
                </a:lnTo>
                <a:lnTo>
                  <a:pt x="414783" y="417392"/>
                </a:lnTo>
                <a:lnTo>
                  <a:pt x="0" y="4173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8009" y="5570738"/>
            <a:ext cx="410692" cy="410692"/>
          </a:xfrm>
          <a:custGeom>
            <a:avLst/>
            <a:gdLst/>
            <a:ahLst/>
            <a:cxnLst/>
            <a:rect r="r" b="b" t="t" l="l"/>
            <a:pathLst>
              <a:path h="410692" w="410692">
                <a:moveTo>
                  <a:pt x="0" y="0"/>
                </a:moveTo>
                <a:lnTo>
                  <a:pt x="410691" y="0"/>
                </a:lnTo>
                <a:lnTo>
                  <a:pt x="410691" y="410692"/>
                </a:lnTo>
                <a:lnTo>
                  <a:pt x="0" y="4106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661572" y="3157725"/>
            <a:ext cx="252526" cy="247197"/>
          </a:xfrm>
          <a:custGeom>
            <a:avLst/>
            <a:gdLst/>
            <a:ahLst/>
            <a:cxnLst/>
            <a:rect r="r" b="b" t="t" l="l"/>
            <a:pathLst>
              <a:path h="247197" w="252526">
                <a:moveTo>
                  <a:pt x="0" y="0"/>
                </a:moveTo>
                <a:lnTo>
                  <a:pt x="252526" y="0"/>
                </a:lnTo>
                <a:lnTo>
                  <a:pt x="252526" y="247196"/>
                </a:lnTo>
                <a:lnTo>
                  <a:pt x="0" y="24719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287670" y="6712"/>
            <a:ext cx="3000330" cy="2043975"/>
          </a:xfrm>
          <a:custGeom>
            <a:avLst/>
            <a:gdLst/>
            <a:ahLst/>
            <a:cxnLst/>
            <a:rect r="r" b="b" t="t" l="l"/>
            <a:pathLst>
              <a:path h="2043975" w="3000330">
                <a:moveTo>
                  <a:pt x="0" y="0"/>
                </a:moveTo>
                <a:lnTo>
                  <a:pt x="3000330" y="0"/>
                </a:lnTo>
                <a:lnTo>
                  <a:pt x="3000330" y="2043976"/>
                </a:lnTo>
                <a:lnTo>
                  <a:pt x="0" y="2043976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49165" y="9747946"/>
            <a:ext cx="305541" cy="299093"/>
          </a:xfrm>
          <a:custGeom>
            <a:avLst/>
            <a:gdLst/>
            <a:ahLst/>
            <a:cxnLst/>
            <a:rect r="r" b="b" t="t" l="l"/>
            <a:pathLst>
              <a:path h="299093" w="305541">
                <a:moveTo>
                  <a:pt x="0" y="0"/>
                </a:moveTo>
                <a:lnTo>
                  <a:pt x="305541" y="0"/>
                </a:lnTo>
                <a:lnTo>
                  <a:pt x="305541" y="299093"/>
                </a:lnTo>
                <a:lnTo>
                  <a:pt x="0" y="29909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625108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-2143785" y="-2655451"/>
            <a:ext cx="5749290" cy="5749290"/>
          </a:xfrm>
          <a:custGeom>
            <a:avLst/>
            <a:gdLst/>
            <a:ahLst/>
            <a:cxnLst/>
            <a:rect r="r" b="b" t="t" l="l"/>
            <a:pathLst>
              <a:path h="5749290" w="5749290">
                <a:moveTo>
                  <a:pt x="0" y="0"/>
                </a:moveTo>
                <a:lnTo>
                  <a:pt x="5749290" y="0"/>
                </a:lnTo>
                <a:lnTo>
                  <a:pt x="5749290" y="5749290"/>
                </a:lnTo>
                <a:lnTo>
                  <a:pt x="0" y="5749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35592" y="6788966"/>
            <a:ext cx="375525" cy="376790"/>
          </a:xfrm>
          <a:custGeom>
            <a:avLst/>
            <a:gdLst/>
            <a:ahLst/>
            <a:cxnLst/>
            <a:rect r="r" b="b" t="t" l="l"/>
            <a:pathLst>
              <a:path h="376790" w="375525">
                <a:moveTo>
                  <a:pt x="0" y="0"/>
                </a:moveTo>
                <a:lnTo>
                  <a:pt x="375525" y="0"/>
                </a:lnTo>
                <a:lnTo>
                  <a:pt x="375525" y="376790"/>
                </a:lnTo>
                <a:lnTo>
                  <a:pt x="0" y="376790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-17665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387834" y="486060"/>
            <a:ext cx="1899835" cy="1085281"/>
          </a:xfrm>
          <a:custGeom>
            <a:avLst/>
            <a:gdLst/>
            <a:ahLst/>
            <a:cxnLst/>
            <a:rect r="r" b="b" t="t" l="l"/>
            <a:pathLst>
              <a:path h="1085281" w="1899835">
                <a:moveTo>
                  <a:pt x="0" y="0"/>
                </a:moveTo>
                <a:lnTo>
                  <a:pt x="1899836" y="0"/>
                </a:lnTo>
                <a:lnTo>
                  <a:pt x="1899836" y="1085280"/>
                </a:lnTo>
                <a:lnTo>
                  <a:pt x="0" y="1085280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990498" y="4207535"/>
            <a:ext cx="2154588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Telefone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90498" y="4560512"/>
            <a:ext cx="4547133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+55 18 99710-6779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90498" y="5408080"/>
            <a:ext cx="2154588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Email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90498" y="5761057"/>
            <a:ext cx="4547133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contato@fmxsolucoes.com.br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990498" y="6609357"/>
            <a:ext cx="2154588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 b="true">
                <a:solidFill>
                  <a:srgbClr val="27BC8E"/>
                </a:solidFill>
                <a:latin typeface="Mont Bold"/>
                <a:ea typeface="Mont Bold"/>
                <a:cs typeface="Mont Bold"/>
                <a:sym typeface="Mont Bold"/>
              </a:rPr>
              <a:t>LinkedIn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90498" y="6975582"/>
            <a:ext cx="8142205" cy="354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3"/>
              </a:lnSpc>
            </a:pPr>
            <a:r>
              <a:rPr lang="en-US" sz="2199" u="sng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https://www.linkedin.com/in/fabrício-felipe/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28700" y="7869801"/>
            <a:ext cx="478253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151819"/>
                </a:solidFill>
                <a:latin typeface="Mont"/>
                <a:ea typeface="Mont"/>
                <a:cs typeface="Mont"/>
                <a:sym typeface="Mont"/>
              </a:rPr>
              <a:t>Apresentador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8480985"/>
            <a:ext cx="478253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151819"/>
                </a:solidFill>
                <a:latin typeface="Mont Bold"/>
                <a:ea typeface="Mont Bold"/>
                <a:cs typeface="Mont Bold"/>
                <a:sym typeface="Mont Bold"/>
              </a:rPr>
              <a:t>Fabrício Felipe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2521A3461C39242A62886A1AB2FF685" ma:contentTypeVersion="19" ma:contentTypeDescription="Crie um novo documento." ma:contentTypeScope="" ma:versionID="5109e31e95838182c2d18a3794320cf8">
  <xsd:schema xmlns:xsd="http://www.w3.org/2001/XMLSchema" xmlns:xs="http://www.w3.org/2001/XMLSchema" xmlns:p="http://schemas.microsoft.com/office/2006/metadata/properties" xmlns:ns2="75044adc-695d-46f7-b873-f2e5a2e72622" xmlns:ns3="5c03603e-11ea-4687-9a1c-d03b2e95fb70" targetNamespace="http://schemas.microsoft.com/office/2006/metadata/properties" ma:root="true" ma:fieldsID="6a536da709fd8306acfdab1aa47c96ec" ns2:_="" ns3:_="">
    <xsd:import namespace="75044adc-695d-46f7-b873-f2e5a2e72622"/>
    <xsd:import namespace="5c03603e-11ea-4687-9a1c-d03b2e95fb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044adc-695d-46f7-b873-f2e5a2e726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Marcações de imagem" ma:readOnly="false" ma:fieldId="{5cf76f15-5ced-4ddc-b409-7134ff3c332f}" ma:taxonomyMulti="true" ma:sspId="4ab6c4f7-5520-4b8f-ba4b-e4c6d01103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03603e-11ea-4687-9a1c-d03b2e95fb7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1853d18-87d5-42d9-afab-04557d9492d7}" ma:internalName="TaxCatchAll" ma:showField="CatchAllData" ma:web="5c03603e-11ea-4687-9a1c-d03b2e95fb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5044adc-695d-46f7-b873-f2e5a2e72622" xsi:nil="true"/>
    <TaxCatchAll xmlns="5c03603e-11ea-4687-9a1c-d03b2e95fb70" xsi:nil="true"/>
    <lcf76f155ced4ddcb4097134ff3c332f xmlns="75044adc-695d-46f7-b873-f2e5a2e7262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9E02033-1C72-4E42-8EC7-CA1158092E5F}"/>
</file>

<file path=customXml/itemProps2.xml><?xml version="1.0" encoding="utf-8"?>
<ds:datastoreItem xmlns:ds="http://schemas.openxmlformats.org/officeDocument/2006/customXml" ds:itemID="{16263517-0FBD-48DE-8D89-E3C453A63394}"/>
</file>

<file path=customXml/itemProps3.xml><?xml version="1.0" encoding="utf-8"?>
<ds:datastoreItem xmlns:ds="http://schemas.openxmlformats.org/officeDocument/2006/customXml" ds:itemID="{7039F182-F7A1-44E1-8B94-D7FCE9073E98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do Tempo - Aula 3</dc:title>
  <cp:revision>1</cp:revision>
  <dcterms:created xsi:type="dcterms:W3CDTF">2006-08-16T00:00:00Z</dcterms:created>
  <dcterms:modified xsi:type="dcterms:W3CDTF">2011-08-01T06:04:30Z</dcterms:modified>
  <dc:identifier>DAG-mfZQeoM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0x010100E2521A3461C39242A62886A1AB2FF685</vt:lpwstr>
  </property>
</Properties>
</file>